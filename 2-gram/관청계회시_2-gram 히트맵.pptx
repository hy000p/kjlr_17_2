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E1733-E01B-9805-CEC9-99906F6E4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357285-06FE-5F91-C3A5-B061EB901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BD909-F8D8-76A2-B4D0-BC6D4EDD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4FD488-9264-66EE-6A30-3F6B4657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1C04A-FCDE-B712-6809-250ABC02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B1A88-CE1C-1C34-D527-A3DD216F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42873-FAE3-5BCF-8C43-14014E33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17F131-29AD-F7EF-3B57-73DFEC3C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09A70B-6271-219A-5A2D-79B6E614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8BAB2-2986-35F5-5FF1-2C995A8E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33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C36DC-76BB-157F-EA97-D792594C3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22D1EB-004B-FA3D-5196-C84BF88DB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98276-A30A-7784-C97F-C7E7DDEA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12B864-82BA-6460-409F-C33DCA2D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DB487-D1AB-F81A-6876-B8022CA2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5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C64D9-C827-FFF4-3B77-0E2CEEB1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390497-513E-63DC-D23F-1D402515F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F0B1AE-99FB-547B-9BD0-3BA351A2A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E7E3F1-AFC9-6837-05ED-FA729E9B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870AE1-A9C2-98AE-87A9-682A2F71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93802E-ADB7-B220-ECBF-7E5B62DD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62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35E6C-82B1-5284-502F-C8A09966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CA5FA5-8813-98BF-BB5B-3F8F0E1FF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696F70-7D06-75EA-1B2F-858BFDE8C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2A98FD-2A1F-4F60-2169-2B84041FA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8A46AD-31A8-AE16-3C82-C86ADFD3A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F6091F-B1BF-2FF8-4B15-2ADC12FF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E669BB-4540-6079-2FFF-CA71EC2F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8674A1-C841-92E5-168D-D9A17525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916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7CD85-9C6D-38C2-CDEB-0E793C89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CD8F18-9A66-E17A-0002-147DFD15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A9ED75-0E6D-5002-EF00-58383558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B9CD9-C897-DAD6-F4DF-483C7B39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1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60777D-BD89-B13E-5F16-30654DBC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1F2CDE-3C33-445C-DD5A-3FE27EBA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6BA8A3-71A4-B155-0229-4E86D021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99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8CA47-DEFC-E75F-AE93-D77121D1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C4E4E0-EC43-8FF6-BFAB-F97D6E968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CDEBA4-25C8-332E-D909-B9DCBDA20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14EE55-7583-693F-FBF0-B79AF3A5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E57F87-9958-C232-6031-B8DA0907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B4A6DF-B528-0619-E096-C410FDC3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1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9B9F5-A225-3C37-D0F2-C13ADBC7C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C4F4B2-C1CB-7FAD-FF71-08570260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313007-E062-52D0-30FE-1DE29347A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1EB777-E20C-4BF9-834F-F7545BE8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4C09A8-A63E-F70E-0AE2-FDE420C2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F42A2F-BFA4-928F-3409-57836243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25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6EDA3-0E2E-4EB8-61AA-BBC640A9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480A4E-214A-F4FE-F69E-DCC209046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FB036C-2544-D2B2-0C9A-FEA94001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69210-7AEC-1690-EDB1-64ECB0B3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6B406-EAD4-83E6-270E-013B362D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35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8F3A98-C148-38EC-76F3-1360718C9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E055B-2FBB-B275-4BCC-833BAB4E0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DA765-9BEA-5C75-628E-9E57CF2D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5BEE5-F73A-336F-A76E-EE452B48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BF5448-1213-91A5-2373-EBDC75EA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24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A658F5-3062-C486-3505-21B0068AC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B255F5-BF8E-56F6-2082-F41C76DFD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ED06DE-19C4-AC4F-5F43-591B7E33A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61EDC-177C-49D3-B1E9-601EBE9322F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68F00F-5BA0-71A4-9301-66CD5DA81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9D909-62F6-E241-E9B5-4A5E15B3A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B660C-8C87-4786-A6D9-6F1B3D8BF1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78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CABDF00-C76F-A764-BA5D-540FF4427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531" y="1974425"/>
            <a:ext cx="846522" cy="284162"/>
          </a:xfrm>
        </p:spPr>
        <p:txBody>
          <a:bodyPr>
            <a:normAutofit/>
          </a:bodyPr>
          <a:lstStyle/>
          <a:p>
            <a:pPr algn="just"/>
            <a:r>
              <a:rPr lang="ko-KR" altLang="en-US" sz="1400" dirty="0"/>
              <a:t>사간원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FED261D2-0250-EA3D-17A8-712B92303EB9}"/>
              </a:ext>
            </a:extLst>
          </p:cNvPr>
          <p:cNvSpPr txBox="1">
            <a:spLocks/>
          </p:cNvSpPr>
          <p:nvPr/>
        </p:nvSpPr>
        <p:spPr>
          <a:xfrm>
            <a:off x="1078531" y="1299562"/>
            <a:ext cx="736882" cy="284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sz="1400" dirty="0"/>
              <a:t>의금부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05EBB355-8CCB-A3FB-AF1A-9484A4C1A76E}"/>
              </a:ext>
            </a:extLst>
          </p:cNvPr>
          <p:cNvSpPr txBox="1">
            <a:spLocks/>
          </p:cNvSpPr>
          <p:nvPr/>
        </p:nvSpPr>
        <p:spPr>
          <a:xfrm>
            <a:off x="1078531" y="2696862"/>
            <a:ext cx="846522" cy="284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sz="1400" dirty="0"/>
              <a:t>사헌부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4368CF59-372D-703D-FC4C-6A7F548BBFCF}"/>
              </a:ext>
            </a:extLst>
          </p:cNvPr>
          <p:cNvSpPr txBox="1">
            <a:spLocks/>
          </p:cNvSpPr>
          <p:nvPr/>
        </p:nvSpPr>
        <p:spPr>
          <a:xfrm>
            <a:off x="1089159" y="3371725"/>
            <a:ext cx="846522" cy="284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sz="1400" dirty="0"/>
              <a:t>승정원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C81A8476-DFF6-2B2C-8061-4A6929B9FE0A}"/>
              </a:ext>
            </a:extLst>
          </p:cNvPr>
          <p:cNvSpPr txBox="1">
            <a:spLocks/>
          </p:cNvSpPr>
          <p:nvPr/>
        </p:nvSpPr>
        <p:spPr>
          <a:xfrm>
            <a:off x="2099085" y="4038233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T1</a:t>
            </a:r>
            <a:endParaRPr lang="ko-KR" altLang="en-US" sz="1600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D71C061C-ADAA-51C1-6E4D-92AE9D13E725}"/>
              </a:ext>
            </a:extLst>
          </p:cNvPr>
          <p:cNvSpPr txBox="1">
            <a:spLocks/>
          </p:cNvSpPr>
          <p:nvPr/>
        </p:nvSpPr>
        <p:spPr>
          <a:xfrm>
            <a:off x="3049504" y="4038233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T2</a:t>
            </a:r>
            <a:endParaRPr lang="ko-KR" altLang="en-US" sz="1600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CC32A6FE-6DCE-F9FE-258B-1E861062CE69}"/>
              </a:ext>
            </a:extLst>
          </p:cNvPr>
          <p:cNvSpPr txBox="1">
            <a:spLocks/>
          </p:cNvSpPr>
          <p:nvPr/>
        </p:nvSpPr>
        <p:spPr>
          <a:xfrm>
            <a:off x="4008019" y="4038233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T3</a:t>
            </a:r>
            <a:endParaRPr lang="ko-KR" altLang="en-US" sz="1600" dirty="0"/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335B7245-3AC9-853B-207E-73824439BF52}"/>
              </a:ext>
            </a:extLst>
          </p:cNvPr>
          <p:cNvSpPr txBox="1">
            <a:spLocks/>
          </p:cNvSpPr>
          <p:nvPr/>
        </p:nvSpPr>
        <p:spPr>
          <a:xfrm>
            <a:off x="4950343" y="4038233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T4</a:t>
            </a:r>
            <a:endParaRPr lang="ko-KR" altLang="en-US" sz="1600" dirty="0"/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38B00289-6FD2-C0DA-1B7B-A2473537BFE5}"/>
              </a:ext>
            </a:extLst>
          </p:cNvPr>
          <p:cNvSpPr txBox="1">
            <a:spLocks/>
          </p:cNvSpPr>
          <p:nvPr/>
        </p:nvSpPr>
        <p:spPr>
          <a:xfrm>
            <a:off x="5908858" y="4055229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T5</a:t>
            </a:r>
            <a:endParaRPr lang="ko-KR" altLang="en-US" sz="1600" dirty="0"/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05B117BA-24AE-393D-D54E-45DE01D173C5}"/>
              </a:ext>
            </a:extLst>
          </p:cNvPr>
          <p:cNvSpPr txBox="1">
            <a:spLocks/>
          </p:cNvSpPr>
          <p:nvPr/>
        </p:nvSpPr>
        <p:spPr>
          <a:xfrm>
            <a:off x="6819145" y="4045604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T6</a:t>
            </a:r>
            <a:endParaRPr lang="ko-KR" altLang="en-US" sz="1600" dirty="0"/>
          </a:p>
        </p:txBody>
      </p:sp>
      <p:sp>
        <p:nvSpPr>
          <p:cNvPr id="16" name="부제목 2">
            <a:extLst>
              <a:ext uri="{FF2B5EF4-FFF2-40B4-BE49-F238E27FC236}">
                <a16:creationId xmlns:a16="http://schemas.microsoft.com/office/drawing/2014/main" id="{BB722EF2-4159-BA02-2412-972C437256C0}"/>
              </a:ext>
            </a:extLst>
          </p:cNvPr>
          <p:cNvSpPr txBox="1">
            <a:spLocks/>
          </p:cNvSpPr>
          <p:nvPr/>
        </p:nvSpPr>
        <p:spPr>
          <a:xfrm>
            <a:off x="7777660" y="4045604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T7</a:t>
            </a:r>
            <a:endParaRPr lang="ko-KR" altLang="en-US" sz="1600" dirty="0"/>
          </a:p>
        </p:txBody>
      </p:sp>
      <p:sp>
        <p:nvSpPr>
          <p:cNvPr id="17" name="부제목 2">
            <a:extLst>
              <a:ext uri="{FF2B5EF4-FFF2-40B4-BE49-F238E27FC236}">
                <a16:creationId xmlns:a16="http://schemas.microsoft.com/office/drawing/2014/main" id="{E84ABFE5-52FF-16AA-81C3-CD5A7D78258B}"/>
              </a:ext>
            </a:extLst>
          </p:cNvPr>
          <p:cNvSpPr txBox="1">
            <a:spLocks/>
          </p:cNvSpPr>
          <p:nvPr/>
        </p:nvSpPr>
        <p:spPr>
          <a:xfrm>
            <a:off x="8736175" y="4038233"/>
            <a:ext cx="375485" cy="284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600" dirty="0"/>
              <a:t>T8</a:t>
            </a:r>
            <a:endParaRPr lang="ko-KR" altLang="en-US" sz="1600" dirty="0"/>
          </a:p>
        </p:txBody>
      </p:sp>
      <p:sp>
        <p:nvSpPr>
          <p:cNvPr id="18" name="부제목 2">
            <a:extLst>
              <a:ext uri="{FF2B5EF4-FFF2-40B4-BE49-F238E27FC236}">
                <a16:creationId xmlns:a16="http://schemas.microsoft.com/office/drawing/2014/main" id="{DE9F2E4D-7736-F4F0-8DB3-46F3A6F013F7}"/>
              </a:ext>
            </a:extLst>
          </p:cNvPr>
          <p:cNvSpPr txBox="1">
            <a:spLocks/>
          </p:cNvSpPr>
          <p:nvPr/>
        </p:nvSpPr>
        <p:spPr>
          <a:xfrm>
            <a:off x="9823084" y="1253431"/>
            <a:ext cx="485573" cy="33029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000" dirty="0"/>
              <a:t>0.05</a:t>
            </a:r>
            <a:endParaRPr lang="ko-KR" altLang="en-US" sz="1000" dirty="0"/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D68F4C88-5C4E-28AF-157D-AD358471FC2C}"/>
              </a:ext>
            </a:extLst>
          </p:cNvPr>
          <p:cNvSpPr txBox="1">
            <a:spLocks/>
          </p:cNvSpPr>
          <p:nvPr/>
        </p:nvSpPr>
        <p:spPr>
          <a:xfrm>
            <a:off x="9832705" y="1788724"/>
            <a:ext cx="485573" cy="33029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000" dirty="0"/>
              <a:t>0.10</a:t>
            </a:r>
            <a:endParaRPr lang="ko-KR" altLang="en-US" sz="1000" dirty="0"/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E91D3249-47E8-765D-E6A3-940F97A9778E}"/>
              </a:ext>
            </a:extLst>
          </p:cNvPr>
          <p:cNvSpPr txBox="1">
            <a:spLocks/>
          </p:cNvSpPr>
          <p:nvPr/>
        </p:nvSpPr>
        <p:spPr>
          <a:xfrm>
            <a:off x="9823081" y="2346651"/>
            <a:ext cx="485573" cy="33029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000" dirty="0"/>
              <a:t>0.15</a:t>
            </a:r>
            <a:endParaRPr lang="ko-KR" altLang="en-US" sz="1000" dirty="0"/>
          </a:p>
        </p:txBody>
      </p:sp>
      <p:sp>
        <p:nvSpPr>
          <p:cNvPr id="21" name="부제목 2">
            <a:extLst>
              <a:ext uri="{FF2B5EF4-FFF2-40B4-BE49-F238E27FC236}">
                <a16:creationId xmlns:a16="http://schemas.microsoft.com/office/drawing/2014/main" id="{6199EBA6-33C1-66BD-8B88-8FF93BBDBC43}"/>
              </a:ext>
            </a:extLst>
          </p:cNvPr>
          <p:cNvSpPr txBox="1">
            <a:spLocks/>
          </p:cNvSpPr>
          <p:nvPr/>
        </p:nvSpPr>
        <p:spPr>
          <a:xfrm>
            <a:off x="9832705" y="2854861"/>
            <a:ext cx="485573" cy="33029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000" dirty="0"/>
              <a:t>0.20</a:t>
            </a:r>
            <a:endParaRPr lang="ko-KR" altLang="en-US" sz="1000" dirty="0"/>
          </a:p>
        </p:txBody>
      </p:sp>
      <p:sp>
        <p:nvSpPr>
          <p:cNvPr id="22" name="부제목 2">
            <a:extLst>
              <a:ext uri="{FF2B5EF4-FFF2-40B4-BE49-F238E27FC236}">
                <a16:creationId xmlns:a16="http://schemas.microsoft.com/office/drawing/2014/main" id="{8A988D8D-338B-D9E7-DF86-2242D0B3BD8A}"/>
              </a:ext>
            </a:extLst>
          </p:cNvPr>
          <p:cNvSpPr txBox="1">
            <a:spLocks/>
          </p:cNvSpPr>
          <p:nvPr/>
        </p:nvSpPr>
        <p:spPr>
          <a:xfrm>
            <a:off x="9823082" y="3425923"/>
            <a:ext cx="485573" cy="33029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000" dirty="0"/>
              <a:t>0.25</a:t>
            </a:r>
            <a:endParaRPr lang="ko-KR" altLang="en-US" sz="10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6CD3FCE-7978-D80E-56D3-C67F9EE16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982"/>
          <a:stretch>
            <a:fillRect/>
          </a:stretch>
        </p:blipFill>
        <p:spPr>
          <a:xfrm>
            <a:off x="1742174" y="991402"/>
            <a:ext cx="8101159" cy="294537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7C053B4-51BF-A823-BD9F-FBA13794C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53" r="6399" b="8439"/>
          <a:stretch>
            <a:fillRect/>
          </a:stretch>
        </p:blipFill>
        <p:spPr>
          <a:xfrm>
            <a:off x="2744886" y="1058780"/>
            <a:ext cx="931965" cy="68705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DCD8963-61F7-67A6-78D7-F0B76104E4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53" r="6399" b="8439"/>
          <a:stretch>
            <a:fillRect/>
          </a:stretch>
        </p:blipFill>
        <p:spPr>
          <a:xfrm>
            <a:off x="4629752" y="2464090"/>
            <a:ext cx="962526" cy="7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8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박혜영 인문자연학부(교수)</dc:creator>
  <cp:lastModifiedBy>박혜영 인문자연학부(교수)</cp:lastModifiedBy>
  <cp:revision>1</cp:revision>
  <dcterms:created xsi:type="dcterms:W3CDTF">2026-04-03T09:45:43Z</dcterms:created>
  <dcterms:modified xsi:type="dcterms:W3CDTF">2026-04-03T11:09:15Z</dcterms:modified>
</cp:coreProperties>
</file>